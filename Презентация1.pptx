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284392-A07F-42F9-AFAE-74F2EAF83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623B50-D0E6-451A-9A54-AA82A7D49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7110B4-FAAF-4BB1-BB20-323109E3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A8E5-37C6-43CD-8A76-95F0A1900E07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6E8E02-BFCD-41A9-9A38-C2EDFB4D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2B8559-D7EB-40A5-955F-45A1518B7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3137B-070F-4686-BDDE-D4AF61262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413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A0D0B1-21EC-4837-A446-1706C6B91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FA3EA4-4C68-4856-9785-27AEA718F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79B437-C7EC-4316-B2A6-0BB4EFD13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A8E5-37C6-43CD-8A76-95F0A1900E07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231297-19F5-4732-857D-A1D7A2F1B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FD17BE-7382-493E-96FC-17DBCE42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3137B-070F-4686-BDDE-D4AF61262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80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1CFAB-391F-4BCC-ABBF-38BC9A45D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E528BC-8379-4A6E-9319-B316DFFB1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8CA905-5AC4-4BCC-BBCE-71151E72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A8E5-37C6-43CD-8A76-95F0A1900E07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6BF556-6649-4A20-AB95-A2D26DFF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399A12-CAEE-4E85-ABB4-77938F2E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3137B-070F-4686-BDDE-D4AF61262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269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5D184C-5111-47FC-85AE-F53DA5DEE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A2E0AC-5ABC-4BA6-A119-A77EA77F5F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70DB77-86AB-48F1-A5D9-7DFE4A64E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401A73-D5CD-4916-AE55-FD8E7D53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A8E5-37C6-43CD-8A76-95F0A1900E07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4B59CC-30E2-4F66-98C3-F7901F00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B638A9-B0C8-4248-A588-05C5508D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3137B-070F-4686-BDDE-D4AF61262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05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759353-BD1B-43B7-97B4-89894C838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1956F3-5E28-42AF-B911-AB4CC3A28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950470-5D1E-4E3E-B34C-D815EF640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A91C427-F3AA-4205-A5C9-A9D623D06F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B4D8AA-787C-42B1-8414-2D815E34C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0D0874F-00DF-4E49-91EA-690719FF1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A8E5-37C6-43CD-8A76-95F0A1900E07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CD3FFE-02BC-479B-96B9-4C053ADC3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5C997AE-6BD8-4ACF-8B96-BF4929B2B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3137B-070F-4686-BDDE-D4AF61262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794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2925E-5DA3-4ECC-95B7-461700BB1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06A2820-4CFA-42DF-84A5-3E525CC96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A8E5-37C6-43CD-8A76-95F0A1900E07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3FB809-5007-4A9C-8620-C372F3F70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E63DF0-2373-46AB-A8CC-E78B9A3FD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3137B-070F-4686-BDDE-D4AF61262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02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4642D54-FBDA-4F14-A909-18787E52B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A8E5-37C6-43CD-8A76-95F0A1900E07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595E128-0AD1-48DE-9275-59D441472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74AEA2-3BE1-45EE-ACE6-E526588E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3137B-070F-4686-BDDE-D4AF61262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81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2FB9B-4E65-46A0-A524-BFB5E45FD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694A2C-B5E9-4281-8169-4AECD9668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9E5A0BC-CD19-4C1B-A1FA-BB44F2E31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93B883-1E15-4F68-A6EE-5ECC665F9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A8E5-37C6-43CD-8A76-95F0A1900E07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EE8C71-5ABD-4DC7-9F53-68A9B0E22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46F66E-5218-4C26-91C7-08F9F868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3137B-070F-4686-BDDE-D4AF61262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02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573224-0CD6-4FC2-A442-6EC11A740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81D5DA1-4FED-44D5-AE75-9DC7FE88B4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A645F3-1F2F-41CF-98E7-C125E2EAC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D28D78-8E09-4E84-9B18-45C6AF83B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A8E5-37C6-43CD-8A76-95F0A1900E07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EDA04F-696D-4AFD-9C31-3580600F2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C0656C-4DFD-4E00-A3E6-2A0D064BA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3137B-070F-4686-BDDE-D4AF61262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490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FA5BA3-8DDD-4A7B-B73A-4DA7D7DF5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BAA5898-294C-44BC-A29E-B140CDCEC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BA357E-ECDD-4507-BB4B-60241E31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A8E5-37C6-43CD-8A76-95F0A1900E07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C9080C-8171-473D-ACCC-99904D76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50E732-7633-4933-9163-1E39237CE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3137B-070F-4686-BDDE-D4AF61262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966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41A861C-7503-4566-8C0D-009D46882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539EBB4-93A7-48E8-BCC7-0E59E6B29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3A19EA-A973-4D90-B55E-674A1523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A8E5-37C6-43CD-8A76-95F0A1900E07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66857C-5F9C-49E1-846A-CB3D90FE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0DD817-5861-4B0E-AF8F-F66E73D2C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3137B-070F-4686-BDDE-D4AF61262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54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2C62B-7337-4EFA-A926-43ACE9734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880AFD-53CE-4D57-BAB9-FFE57287F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5748CA-3FED-4B97-A577-61AB21406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6A8E5-37C6-43CD-8A76-95F0A1900E07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67D0B1-EA54-4E4E-85B4-0F25E4093C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BF991-B898-4759-B8C8-06A050328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3137B-070F-4686-BDDE-D4AF61262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081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5B7F3C-673F-4EC9-9434-93DE396FD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7113" y="2107933"/>
            <a:ext cx="3217773" cy="2363052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A51E10-10AC-4964-A676-6D882944352C}"/>
              </a:ext>
            </a:extLst>
          </p:cNvPr>
          <p:cNvSpPr/>
          <p:nvPr/>
        </p:nvSpPr>
        <p:spPr>
          <a:xfrm>
            <a:off x="3489425" y="1023031"/>
            <a:ext cx="52131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Курсовая работа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20DAFC0-3D31-4981-A0FC-0D4BC4F5F82C}"/>
              </a:ext>
            </a:extLst>
          </p:cNvPr>
          <p:cNvSpPr/>
          <p:nvPr/>
        </p:nvSpPr>
        <p:spPr>
          <a:xfrm>
            <a:off x="-17668" y="4470985"/>
            <a:ext cx="12227334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По теме</a:t>
            </a:r>
            <a:r>
              <a:rPr lang="en-US" sz="32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i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серверной части клиент-серверной информационной системы управления мероприятиями и рекламными зонами торгово-развлекательного центра</a:t>
            </a:r>
            <a:endParaRPr lang="ru-RU" sz="320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2458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18</Words>
  <Application>Microsoft Office PowerPoint</Application>
  <PresentationFormat>Широкоэкранный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Nikola Kydryashov</dc:creator>
  <cp:lastModifiedBy>Nikola Kydryashov</cp:lastModifiedBy>
  <cp:revision>3</cp:revision>
  <dcterms:created xsi:type="dcterms:W3CDTF">2026-03-09T12:05:21Z</dcterms:created>
  <dcterms:modified xsi:type="dcterms:W3CDTF">2026-03-09T13:58:43Z</dcterms:modified>
</cp:coreProperties>
</file>